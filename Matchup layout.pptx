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38" r:id="rId1"/>
  </p:sld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7" autoAdjust="0"/>
    <p:restoredTop sz="94660"/>
  </p:normalViewPr>
  <p:slideViewPr>
    <p:cSldViewPr snapToGrid="0">
      <p:cViewPr varScale="1">
        <p:scale>
          <a:sx n="57" d="100"/>
          <a:sy n="57" d="100"/>
        </p:scale>
        <p:origin x="84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70693" y="1769540"/>
            <a:ext cx="9440034" cy="1828801"/>
          </a:xfrm>
        </p:spPr>
        <p:txBody>
          <a:bodyPr anchor="b">
            <a:normAutofit/>
          </a:bodyPr>
          <a:lstStyle>
            <a:lvl1pPr algn="ctr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0693" y="3598339"/>
            <a:ext cx="9440034" cy="1049867"/>
          </a:xfrm>
        </p:spPr>
        <p:txBody>
          <a:bodyPr anchor="t"/>
          <a:lstStyle>
            <a:lvl1pPr marL="0" indent="0" algn="ctr">
              <a:buNone/>
              <a:defRPr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9EDCDF-4255-444D-ADC6-21ED3EF9ACD8}" type="datetimeFigureOut">
              <a:rPr lang="en-US" smtClean="0"/>
              <a:t>1/12/2025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FFCAE2-E66C-4973-A0C5-A85C66856C1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441515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9EDCDF-4255-444D-ADC6-21ED3EF9ACD8}" type="datetimeFigureOut">
              <a:rPr lang="en-US" smtClean="0"/>
              <a:t>1/12/2025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FFCAE2-E66C-4973-A0C5-A85C66856C1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673745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1761067"/>
            <a:ext cx="9590550" cy="1828813"/>
          </a:xfrm>
        </p:spPr>
        <p:txBody>
          <a:bodyPr anchor="b"/>
          <a:lstStyle>
            <a:lvl1pPr algn="ctr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3589879"/>
            <a:ext cx="9590550" cy="1507054"/>
          </a:xfrm>
        </p:spPr>
        <p:txBody>
          <a:bodyPr anchor="t"/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9EDCDF-4255-444D-ADC6-21ED3EF9ACD8}" type="datetimeFigureOut">
              <a:rPr lang="en-US" smtClean="0"/>
              <a:t>1/12/2025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FFCAE2-E66C-4973-A0C5-A85C66856C1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843026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13795" y="1732449"/>
            <a:ext cx="5060497" cy="4058750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02892" y="1732449"/>
            <a:ext cx="5064665" cy="4058751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9EDCDF-4255-444D-ADC6-21ED3EF9ACD8}" type="datetimeFigureOut">
              <a:rPr lang="en-US" smtClean="0"/>
              <a:t>1/12/2025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FFCAE2-E66C-4973-A0C5-A85C66856C1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030246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Picture 19" descr="Slate-V2-HD-comp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3795" y="1734506"/>
            <a:ext cx="5089072" cy="4148769"/>
          </a:xfrm>
          <a:prstGeom prst="rect">
            <a:avLst/>
          </a:prstGeom>
        </p:spPr>
      </p:pic>
      <p:pic>
        <p:nvPicPr>
          <p:cNvPr id="21" name="Picture 20" descr="Slate-V2-HD-comp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78485" y="1734506"/>
            <a:ext cx="5089072" cy="4148769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05872" y="1835254"/>
            <a:ext cx="4876344" cy="544884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05872" y="2380137"/>
            <a:ext cx="4876344" cy="3411063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94967" y="1835254"/>
            <a:ext cx="4895330" cy="544883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94967" y="2380137"/>
            <a:ext cx="4895330" cy="3411063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9EDCDF-4255-444D-ADC6-21ED3EF9ACD8}" type="datetimeFigureOut">
              <a:rPr lang="en-US" smtClean="0"/>
              <a:t>1/12/2025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FFCAE2-E66C-4973-A0C5-A85C66856C1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314444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9EDCDF-4255-444D-ADC6-21ED3EF9ACD8}" type="datetimeFigureOut">
              <a:rPr lang="en-US" smtClean="0"/>
              <a:t>1/12/2025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FFCAE2-E66C-4973-A0C5-A85C66856C1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537184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9EDCDF-4255-444D-ADC6-21ED3EF9ACD8}" type="datetimeFigureOut">
              <a:rPr lang="en-US" smtClean="0"/>
              <a:t>1/12/2025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FFCAE2-E66C-4973-A0C5-A85C66856C1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177297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3706889" cy="182191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55633" y="609600"/>
            <a:ext cx="6411924" cy="518160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2431518"/>
            <a:ext cx="3706889" cy="3359681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9EDCDF-4255-444D-ADC6-21ED3EF9ACD8}" type="datetimeFigureOut">
              <a:rPr lang="en-US" smtClean="0"/>
              <a:t>1/12/2025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FFCAE2-E66C-4973-A0C5-A85C66856C1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728145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Picture 21" descr="Slate-V2-HD-vert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93665" y="609600"/>
            <a:ext cx="3584166" cy="5204832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923"/>
            <a:ext cx="5934949" cy="1829338"/>
          </a:xfrm>
        </p:spPr>
        <p:txBody>
          <a:bodyPr anchor="b">
            <a:noAutofit/>
          </a:bodyPr>
          <a:lstStyle>
            <a:lvl1pPr algn="ctr">
              <a:defRPr sz="32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442551" y="763702"/>
            <a:ext cx="3275751" cy="4912822"/>
          </a:xfr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2439261"/>
            <a:ext cx="5934949" cy="3376134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9EDCDF-4255-444D-ADC6-21ED3EF9ACD8}" type="datetimeFigureOut">
              <a:rPr lang="en-US" smtClean="0"/>
              <a:t>1/12/2025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FFCAE2-E66C-4973-A0C5-A85C66856C1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224847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 descr="Slate-V2-HD-pano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3883" y="547807"/>
            <a:ext cx="10141799" cy="3816806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806" y="4565255"/>
            <a:ext cx="10355326" cy="543472"/>
          </a:xfrm>
        </p:spPr>
        <p:txBody>
          <a:bodyPr anchor="b">
            <a:normAutofit/>
          </a:bodyPr>
          <a:lstStyle>
            <a:lvl1pPr algn="ctr"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69349" y="695009"/>
            <a:ext cx="9845346" cy="3525671"/>
          </a:xfr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2000"/>
            </a:lvl1pPr>
            <a:lvl2pPr marL="457200" indent="0">
              <a:buNone/>
              <a:defRPr sz="2000"/>
            </a:lvl2pPr>
            <a:lvl3pPr marL="914400" indent="0">
              <a:buNone/>
              <a:defRPr sz="20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5108728"/>
            <a:ext cx="10353762" cy="682472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9EDCDF-4255-444D-ADC6-21ED3EF9ACD8}" type="datetimeFigureOut">
              <a:rPr lang="en-US" smtClean="0"/>
              <a:t>1/12/2025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FFCAE2-E66C-4973-A0C5-A85C66856C1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95354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8437"/>
            <a:ext cx="10353762" cy="353434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4295180"/>
            <a:ext cx="10353763" cy="1501826"/>
          </a:xfrm>
        </p:spPr>
        <p:txBody>
          <a:bodyPr anchor="ctr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9EDCDF-4255-444D-ADC6-21ED3EF9ACD8}" type="datetimeFigureOut">
              <a:rPr lang="en-US" smtClean="0"/>
              <a:t>1/12/2025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FFCAE2-E66C-4973-A0C5-A85C66856C1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761699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600"/>
            <a:ext cx="9302752" cy="299290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610032"/>
            <a:ext cx="8752299" cy="532749"/>
          </a:xfrm>
        </p:spPr>
        <p:txBody>
          <a:bodyPr anchor="t">
            <a:normAutofit/>
          </a:bodyPr>
          <a:lstStyle>
            <a:lvl1pPr marL="0" indent="0" algn="r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4304353"/>
            <a:ext cx="10353763" cy="1489496"/>
          </a:xfrm>
        </p:spPr>
        <p:txBody>
          <a:bodyPr anchor="ctr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9EDCDF-4255-444D-ADC6-21ED3EF9ACD8}" type="datetimeFigureOut">
              <a:rPr lang="en-US" smtClean="0"/>
              <a:t>1/12/2025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FFCAE2-E66C-4973-A0C5-A85C66856C1B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TextBox 10"/>
          <p:cNvSpPr txBox="1"/>
          <p:nvPr/>
        </p:nvSpPr>
        <p:spPr>
          <a:xfrm>
            <a:off x="990600" y="88479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04716" y="292825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56853261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4" y="2126942"/>
            <a:ext cx="10353763" cy="2511835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84" y="4650556"/>
            <a:ext cx="10352199" cy="1140644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9EDCDF-4255-444D-ADC6-21ED3EF9ACD8}" type="datetimeFigureOut">
              <a:rPr lang="en-US" smtClean="0"/>
              <a:t>1/12/2025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FFCAE2-E66C-4973-A0C5-A85C66856C1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586476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97045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913795" y="1885950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913795" y="2571750"/>
            <a:ext cx="3300984" cy="3219450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6711" y="1885950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441435" y="2571750"/>
            <a:ext cx="3300984" cy="3219450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66572" y="1885950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966572" y="2571750"/>
            <a:ext cx="3300984" cy="3219450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9EDCDF-4255-444D-ADC6-21ED3EF9ACD8}" type="datetimeFigureOut">
              <a:rPr lang="en-US" smtClean="0"/>
              <a:t>1/12/2025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FFCAE2-E66C-4973-A0C5-A85C66856C1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193692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ate-V2-HD-3col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7962" y="1818214"/>
            <a:ext cx="3339972" cy="1847851"/>
          </a:xfrm>
          <a:prstGeom prst="rect">
            <a:avLst/>
          </a:prstGeom>
        </p:spPr>
      </p:pic>
      <p:pic>
        <p:nvPicPr>
          <p:cNvPr id="36" name="Picture 35" descr="Slate-V2-HD-3col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03800" y="1818214"/>
            <a:ext cx="3339972" cy="1847851"/>
          </a:xfrm>
          <a:prstGeom prst="rect">
            <a:avLst/>
          </a:prstGeom>
        </p:spPr>
      </p:pic>
      <p:pic>
        <p:nvPicPr>
          <p:cNvPr id="37" name="Picture 36" descr="Slate-V2-HD-3col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36051" y="1818214"/>
            <a:ext cx="3339972" cy="1847851"/>
          </a:xfrm>
          <a:prstGeom prst="rect">
            <a:avLst/>
          </a:prstGeom>
        </p:spPr>
      </p:pic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913794" y="609600"/>
            <a:ext cx="10353763" cy="97045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913795" y="3904106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018102" y="1938918"/>
            <a:ext cx="3092368" cy="160295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913795" y="4480368"/>
            <a:ext cx="3300984" cy="1310833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2788" y="3904106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545743" y="1939094"/>
            <a:ext cx="3092368" cy="160816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41435" y="4480367"/>
            <a:ext cx="3300984" cy="1310833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66697" y="3904106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075698" y="1934432"/>
            <a:ext cx="3092368" cy="160729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66572" y="4480365"/>
            <a:ext cx="3300984" cy="131083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9EDCDF-4255-444D-ADC6-21ED3EF9ACD8}" type="datetimeFigureOut">
              <a:rPr lang="en-US" smtClean="0"/>
              <a:t>1/12/2025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FFCAE2-E66C-4973-A0C5-A85C66856C1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649359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9EDCDF-4255-444D-ADC6-21ED3EF9ACD8}" type="datetimeFigureOut">
              <a:rPr lang="en-US" smtClean="0"/>
              <a:t>1/12/2025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FFCAE2-E66C-4973-A0C5-A85C66856C1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204896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983068" y="609599"/>
            <a:ext cx="2284487" cy="5181601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13796" y="609599"/>
            <a:ext cx="7916872" cy="5181601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9EDCDF-4255-444D-ADC6-21ED3EF9ACD8}" type="datetimeFigureOut">
              <a:rPr lang="en-US" smtClean="0"/>
              <a:t>1/12/2025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FFCAE2-E66C-4973-A0C5-A85C66856C1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01777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970450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3795" y="1732449"/>
            <a:ext cx="10353762" cy="4058751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78736" y="588327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fld id="{A49EDCDF-4255-444D-ADC6-21ED3EF9ACD8}" type="datetimeFigureOut">
              <a:rPr lang="en-US" smtClean="0"/>
              <a:t>1/12/2025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913795" y="5883275"/>
            <a:ext cx="667286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14011" y="5883275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fld id="{86FFCAE2-E66C-4973-A0C5-A85C66856C1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239008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39" r:id="rId1"/>
    <p:sldLayoutId id="2147483740" r:id="rId2"/>
    <p:sldLayoutId id="2147483741" r:id="rId3"/>
    <p:sldLayoutId id="2147483742" r:id="rId4"/>
    <p:sldLayoutId id="2147483743" r:id="rId5"/>
    <p:sldLayoutId id="2147483744" r:id="rId6"/>
    <p:sldLayoutId id="2147483745" r:id="rId7"/>
    <p:sldLayoutId id="2147483746" r:id="rId8"/>
    <p:sldLayoutId id="2147483747" r:id="rId9"/>
    <p:sldLayoutId id="2147483748" r:id="rId10"/>
    <p:sldLayoutId id="2147483749" r:id="rId11"/>
    <p:sldLayoutId id="2147483750" r:id="rId12"/>
    <p:sldLayoutId id="2147483751" r:id="rId13"/>
    <p:sldLayoutId id="2147483752" r:id="rId14"/>
    <p:sldLayoutId id="2147483753" r:id="rId15"/>
    <p:sldLayoutId id="2147483754" r:id="rId16"/>
    <p:sldLayoutId id="2147483755" r:id="rId17"/>
  </p:sldLayoutIdLst>
  <p:txStyles>
    <p:titleStyle>
      <a:lvl1pPr algn="ctr" defTabSz="457200" rtl="0" eaLnBrk="1" latinLnBrk="0" hangingPunct="1">
        <a:spcBef>
          <a:spcPct val="0"/>
        </a:spcBef>
        <a:buNone/>
        <a:defRPr sz="40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j-lt"/>
          <a:ea typeface="+mj-ea"/>
          <a:cs typeface="Trebuchet M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20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1pPr>
      <a:lvl2pPr marL="720000" indent="-270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"/>
        <a:defRPr sz="18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2pPr>
      <a:lvl3pPr marL="1026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6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3pPr>
      <a:lvl4pPr marL="1386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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4pPr>
      <a:lvl5pPr marL="1674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5pPr>
      <a:lvl6pPr marL="20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6pPr>
      <a:lvl7pPr marL="240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7pPr>
      <a:lvl8pPr marL="278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8pPr>
      <a:lvl9pPr marL="310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59BCBC-65B4-01D4-F476-6DB817F9B8F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Matchup layout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3BC8EB6-72B9-9A54-3384-E872007C51F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173578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462AB0BB-E766-FB60-BE67-7316E04DBDEE}"/>
              </a:ext>
            </a:extLst>
          </p:cNvPr>
          <p:cNvSpPr/>
          <p:nvPr/>
        </p:nvSpPr>
        <p:spPr>
          <a:xfrm>
            <a:off x="587639" y="1758909"/>
            <a:ext cx="3716447" cy="443804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9AE61AE-C7AD-A8B6-4D54-F159D2434287}"/>
              </a:ext>
            </a:extLst>
          </p:cNvPr>
          <p:cNvSpPr/>
          <p:nvPr/>
        </p:nvSpPr>
        <p:spPr>
          <a:xfrm>
            <a:off x="4298261" y="1758909"/>
            <a:ext cx="3716447" cy="4438044"/>
          </a:xfrm>
          <a:prstGeom prst="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EB22503-D999-D446-64AB-B880001B9073}"/>
              </a:ext>
            </a:extLst>
          </p:cNvPr>
          <p:cNvSpPr/>
          <p:nvPr/>
        </p:nvSpPr>
        <p:spPr>
          <a:xfrm>
            <a:off x="8014708" y="1758909"/>
            <a:ext cx="3716447" cy="4438044"/>
          </a:xfrm>
          <a:prstGeom prst="rect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617633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8DC99519-4174-0E88-AA0F-1EAC665A3C65}"/>
              </a:ext>
            </a:extLst>
          </p:cNvPr>
          <p:cNvSpPr/>
          <p:nvPr/>
        </p:nvSpPr>
        <p:spPr>
          <a:xfrm>
            <a:off x="4237776" y="133308"/>
            <a:ext cx="3716447" cy="657229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C954081A-2AC2-6A79-F920-F75FB2171F27}"/>
              </a:ext>
            </a:extLst>
          </p:cNvPr>
          <p:cNvSpPr/>
          <p:nvPr/>
        </p:nvSpPr>
        <p:spPr>
          <a:xfrm>
            <a:off x="4483100" y="495300"/>
            <a:ext cx="3302000" cy="24130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Offensive Team Selection 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A13883D2-7300-564D-46B3-9176DBE91B4C}"/>
              </a:ext>
            </a:extLst>
          </p:cNvPr>
          <p:cNvSpPr/>
          <p:nvPr/>
        </p:nvSpPr>
        <p:spPr>
          <a:xfrm>
            <a:off x="4483100" y="2111031"/>
            <a:ext cx="3302000" cy="24130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Defensive Team Selection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D3CC3CDD-95E7-D9CD-FAB1-7E60ACF48093}"/>
              </a:ext>
            </a:extLst>
          </p:cNvPr>
          <p:cNvSpPr/>
          <p:nvPr/>
        </p:nvSpPr>
        <p:spPr>
          <a:xfrm>
            <a:off x="4483100" y="812800"/>
            <a:ext cx="184150" cy="1651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80D7B3C8-211C-37E4-09DC-9476341AF02B}"/>
              </a:ext>
            </a:extLst>
          </p:cNvPr>
          <p:cNvSpPr/>
          <p:nvPr/>
        </p:nvSpPr>
        <p:spPr>
          <a:xfrm>
            <a:off x="4483100" y="1079541"/>
            <a:ext cx="184150" cy="1651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ADA7DDEA-A762-D1E3-AC22-17D9025BC857}"/>
              </a:ext>
            </a:extLst>
          </p:cNvPr>
          <p:cNvSpPr/>
          <p:nvPr/>
        </p:nvSpPr>
        <p:spPr>
          <a:xfrm>
            <a:off x="4483100" y="1341265"/>
            <a:ext cx="184150" cy="1651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B3CA97C1-5751-93AE-99DF-0C32E0AF613F}"/>
              </a:ext>
            </a:extLst>
          </p:cNvPr>
          <p:cNvSpPr/>
          <p:nvPr/>
        </p:nvSpPr>
        <p:spPr>
          <a:xfrm>
            <a:off x="4483100" y="1582566"/>
            <a:ext cx="184150" cy="1651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FEF2415C-615B-CEA5-0A4C-8AB501E581AC}"/>
              </a:ext>
            </a:extLst>
          </p:cNvPr>
          <p:cNvSpPr/>
          <p:nvPr/>
        </p:nvSpPr>
        <p:spPr>
          <a:xfrm>
            <a:off x="4483100" y="1839761"/>
            <a:ext cx="184150" cy="1651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dirty="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98CEA173-5688-5865-0B11-58D511DB94E2}"/>
              </a:ext>
            </a:extLst>
          </p:cNvPr>
          <p:cNvSpPr/>
          <p:nvPr/>
        </p:nvSpPr>
        <p:spPr>
          <a:xfrm>
            <a:off x="4483100" y="2488837"/>
            <a:ext cx="184150" cy="1651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2DEA6EEF-946B-788B-6B21-962DC1124CF5}"/>
              </a:ext>
            </a:extLst>
          </p:cNvPr>
          <p:cNvSpPr/>
          <p:nvPr/>
        </p:nvSpPr>
        <p:spPr>
          <a:xfrm>
            <a:off x="4483100" y="2755578"/>
            <a:ext cx="184150" cy="1651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dirty="0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93295CB5-AEEF-C520-B291-EB0ACF605313}"/>
              </a:ext>
            </a:extLst>
          </p:cNvPr>
          <p:cNvSpPr/>
          <p:nvPr/>
        </p:nvSpPr>
        <p:spPr>
          <a:xfrm>
            <a:off x="4483100" y="3017302"/>
            <a:ext cx="184150" cy="1651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dirty="0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A7C84D94-D5EF-09EB-5BF1-32D3A2D6515C}"/>
              </a:ext>
            </a:extLst>
          </p:cNvPr>
          <p:cNvSpPr/>
          <p:nvPr/>
        </p:nvSpPr>
        <p:spPr>
          <a:xfrm>
            <a:off x="4483100" y="3258603"/>
            <a:ext cx="184150" cy="1651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561C381A-D737-AAA0-42F8-275F171CEC92}"/>
              </a:ext>
            </a:extLst>
          </p:cNvPr>
          <p:cNvSpPr/>
          <p:nvPr/>
        </p:nvSpPr>
        <p:spPr>
          <a:xfrm>
            <a:off x="4483100" y="3515798"/>
            <a:ext cx="184150" cy="1651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59B273A3-9C8B-0C6A-992C-375523267E40}"/>
              </a:ext>
            </a:extLst>
          </p:cNvPr>
          <p:cNvSpPr/>
          <p:nvPr/>
        </p:nvSpPr>
        <p:spPr>
          <a:xfrm>
            <a:off x="4768850" y="825520"/>
            <a:ext cx="2393950" cy="1651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/>
              <a:t>Player selection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6DFA7541-EA15-3535-93A3-F3EC4B7C7B7A}"/>
              </a:ext>
            </a:extLst>
          </p:cNvPr>
          <p:cNvSpPr/>
          <p:nvPr/>
        </p:nvSpPr>
        <p:spPr>
          <a:xfrm>
            <a:off x="4768850" y="1096790"/>
            <a:ext cx="2393950" cy="1651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/>
              <a:t>Player selection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25502A1F-5A46-276D-C319-C67E0BBBB27A}"/>
              </a:ext>
            </a:extLst>
          </p:cNvPr>
          <p:cNvSpPr/>
          <p:nvPr/>
        </p:nvSpPr>
        <p:spPr>
          <a:xfrm>
            <a:off x="4768850" y="1363510"/>
            <a:ext cx="2393950" cy="1651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/>
              <a:t>Player selection</a:t>
            </a:r>
            <a:endParaRPr lang="en-US" dirty="0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BDA3E994-4758-B08C-F724-5AA8AEB511C2}"/>
              </a:ext>
            </a:extLst>
          </p:cNvPr>
          <p:cNvSpPr/>
          <p:nvPr/>
        </p:nvSpPr>
        <p:spPr>
          <a:xfrm>
            <a:off x="4768850" y="1603031"/>
            <a:ext cx="2393950" cy="1651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/>
              <a:t>Player selection</a:t>
            </a:r>
            <a:endParaRPr lang="en-US" dirty="0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C9997B6A-E7C5-A3C4-0325-501320FFB81F}"/>
              </a:ext>
            </a:extLst>
          </p:cNvPr>
          <p:cNvSpPr/>
          <p:nvPr/>
        </p:nvSpPr>
        <p:spPr>
          <a:xfrm>
            <a:off x="4768850" y="1839761"/>
            <a:ext cx="2393950" cy="1651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/>
              <a:t>Player selection</a:t>
            </a:r>
            <a:endParaRPr lang="en-US" dirty="0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A883A2A0-E898-79E7-68CA-B3540AD0B2D9}"/>
              </a:ext>
            </a:extLst>
          </p:cNvPr>
          <p:cNvSpPr/>
          <p:nvPr/>
        </p:nvSpPr>
        <p:spPr>
          <a:xfrm>
            <a:off x="4768850" y="2481092"/>
            <a:ext cx="2393950" cy="1651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/>
              <a:t>Player selection</a:t>
            </a:r>
            <a:endParaRPr lang="en-US" dirty="0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DFB65862-CE90-C8A3-4B8C-72E0A915769D}"/>
              </a:ext>
            </a:extLst>
          </p:cNvPr>
          <p:cNvSpPr/>
          <p:nvPr/>
        </p:nvSpPr>
        <p:spPr>
          <a:xfrm>
            <a:off x="4768850" y="2752362"/>
            <a:ext cx="2393950" cy="1651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/>
              <a:t>Player selection</a:t>
            </a:r>
            <a:endParaRPr lang="en-US" dirty="0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DC5227F8-057D-0CC2-3A94-4851B9418B13}"/>
              </a:ext>
            </a:extLst>
          </p:cNvPr>
          <p:cNvSpPr/>
          <p:nvPr/>
        </p:nvSpPr>
        <p:spPr>
          <a:xfrm>
            <a:off x="4768850" y="3019082"/>
            <a:ext cx="2393950" cy="1651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/>
              <a:t>Player selection</a:t>
            </a:r>
            <a:endParaRPr lang="en-US" dirty="0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632332DD-CD94-A40C-CE48-A0456F4483FB}"/>
              </a:ext>
            </a:extLst>
          </p:cNvPr>
          <p:cNvSpPr/>
          <p:nvPr/>
        </p:nvSpPr>
        <p:spPr>
          <a:xfrm>
            <a:off x="4768850" y="3258603"/>
            <a:ext cx="2393950" cy="1651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/>
              <a:t>Player selection</a:t>
            </a:r>
            <a:endParaRPr lang="en-US" dirty="0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A417313A-6218-F418-D368-34C1EB353E5D}"/>
              </a:ext>
            </a:extLst>
          </p:cNvPr>
          <p:cNvSpPr/>
          <p:nvPr/>
        </p:nvSpPr>
        <p:spPr>
          <a:xfrm>
            <a:off x="4768850" y="3495333"/>
            <a:ext cx="2393950" cy="1651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/>
              <a:t>Player selection</a:t>
            </a:r>
            <a:endParaRPr lang="en-US" dirty="0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A939E1E9-20E5-0D98-938A-F40ECB172F5E}"/>
              </a:ext>
            </a:extLst>
          </p:cNvPr>
          <p:cNvSpPr/>
          <p:nvPr/>
        </p:nvSpPr>
        <p:spPr>
          <a:xfrm>
            <a:off x="4483100" y="6143625"/>
            <a:ext cx="3302000" cy="43815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Generate Information (button)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3ABCB681-1090-9EA0-96ED-DACA774CB44E}"/>
              </a:ext>
            </a:extLst>
          </p:cNvPr>
          <p:cNvSpPr/>
          <p:nvPr/>
        </p:nvSpPr>
        <p:spPr>
          <a:xfrm>
            <a:off x="4483100" y="3822700"/>
            <a:ext cx="3302000" cy="24130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Switch Sides (Button)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AA73B864-9BB7-B1E6-12F9-E20F16152389}"/>
              </a:ext>
            </a:extLst>
          </p:cNvPr>
          <p:cNvSpPr/>
          <p:nvPr/>
        </p:nvSpPr>
        <p:spPr>
          <a:xfrm>
            <a:off x="4483100" y="4156745"/>
            <a:ext cx="3302000" cy="1920894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Choose Stats to Look at</a:t>
            </a:r>
          </a:p>
          <a:p>
            <a:pPr algn="ctr"/>
            <a:r>
              <a:rPr lang="en-US" dirty="0"/>
              <a:t>(Should allow to select multiple things)</a:t>
            </a: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5164F628-7EE5-8389-B86B-3520452C5ABB}"/>
              </a:ext>
            </a:extLst>
          </p:cNvPr>
          <p:cNvSpPr/>
          <p:nvPr/>
        </p:nvSpPr>
        <p:spPr>
          <a:xfrm>
            <a:off x="7540625" y="493712"/>
            <a:ext cx="244475" cy="244475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dk1"/>
          </a:fillRef>
          <a:effectRef idx="1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V</a:t>
            </a: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312CF045-F603-6DAD-0CBE-B8EFBDB4FC5A}"/>
              </a:ext>
            </a:extLst>
          </p:cNvPr>
          <p:cNvSpPr/>
          <p:nvPr/>
        </p:nvSpPr>
        <p:spPr>
          <a:xfrm>
            <a:off x="7572395" y="2125328"/>
            <a:ext cx="212705" cy="212705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dk1"/>
          </a:fillRef>
          <a:effectRef idx="1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V</a:t>
            </a: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5EAA876B-4311-61C5-ECA3-15566C45792F}"/>
              </a:ext>
            </a:extLst>
          </p:cNvPr>
          <p:cNvSpPr/>
          <p:nvPr/>
        </p:nvSpPr>
        <p:spPr>
          <a:xfrm>
            <a:off x="7019925" y="842788"/>
            <a:ext cx="142875" cy="142875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dk1"/>
          </a:fillRef>
          <a:effectRef idx="1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V</a:t>
            </a: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5440374C-6402-52AF-A79F-B70BD0D504B1}"/>
              </a:ext>
            </a:extLst>
          </p:cNvPr>
          <p:cNvSpPr/>
          <p:nvPr/>
        </p:nvSpPr>
        <p:spPr>
          <a:xfrm>
            <a:off x="7007225" y="1098388"/>
            <a:ext cx="142875" cy="142875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dk1"/>
          </a:fillRef>
          <a:effectRef idx="1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V</a:t>
            </a:r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160D1682-EAB6-3D0D-E414-AC869AD34B2A}"/>
              </a:ext>
            </a:extLst>
          </p:cNvPr>
          <p:cNvSpPr/>
          <p:nvPr/>
        </p:nvSpPr>
        <p:spPr>
          <a:xfrm>
            <a:off x="7007225" y="1372143"/>
            <a:ext cx="142875" cy="142875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dk1"/>
          </a:fillRef>
          <a:effectRef idx="1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V</a:t>
            </a:r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E031C9F1-5068-2D92-37FE-B76393CD0FAF}"/>
              </a:ext>
            </a:extLst>
          </p:cNvPr>
          <p:cNvSpPr/>
          <p:nvPr/>
        </p:nvSpPr>
        <p:spPr>
          <a:xfrm>
            <a:off x="7019924" y="1600240"/>
            <a:ext cx="142875" cy="142875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dk1"/>
          </a:fillRef>
          <a:effectRef idx="1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V</a:t>
            </a:r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02BD0994-6D65-7523-8DFE-054381F6DA60}"/>
              </a:ext>
            </a:extLst>
          </p:cNvPr>
          <p:cNvSpPr/>
          <p:nvPr/>
        </p:nvSpPr>
        <p:spPr>
          <a:xfrm>
            <a:off x="7019923" y="1847536"/>
            <a:ext cx="142875" cy="142875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dk1"/>
          </a:fillRef>
          <a:effectRef idx="1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V</a:t>
            </a:r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EAD37714-493C-44B0-3F63-6974DD1AC881}"/>
              </a:ext>
            </a:extLst>
          </p:cNvPr>
          <p:cNvSpPr/>
          <p:nvPr/>
        </p:nvSpPr>
        <p:spPr>
          <a:xfrm>
            <a:off x="7019925" y="2511050"/>
            <a:ext cx="142875" cy="142875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dk1"/>
          </a:fillRef>
          <a:effectRef idx="1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V</a:t>
            </a:r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661AFCA6-2ED9-180A-BE69-702FA88FBC72}"/>
              </a:ext>
            </a:extLst>
          </p:cNvPr>
          <p:cNvSpPr/>
          <p:nvPr/>
        </p:nvSpPr>
        <p:spPr>
          <a:xfrm>
            <a:off x="7007225" y="2766650"/>
            <a:ext cx="142875" cy="142875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dk1"/>
          </a:fillRef>
          <a:effectRef idx="1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V</a:t>
            </a:r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DD2B15B4-C60F-4E8F-9FC2-CC4631B2AD93}"/>
              </a:ext>
            </a:extLst>
          </p:cNvPr>
          <p:cNvSpPr/>
          <p:nvPr/>
        </p:nvSpPr>
        <p:spPr>
          <a:xfrm>
            <a:off x="7007225" y="3040405"/>
            <a:ext cx="142875" cy="142875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dk1"/>
          </a:fillRef>
          <a:effectRef idx="1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V</a:t>
            </a:r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A77C96DB-1F2C-67C3-2222-1CB569BE2748}"/>
              </a:ext>
            </a:extLst>
          </p:cNvPr>
          <p:cNvSpPr/>
          <p:nvPr/>
        </p:nvSpPr>
        <p:spPr>
          <a:xfrm>
            <a:off x="7019924" y="3268502"/>
            <a:ext cx="142875" cy="142875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dk1"/>
          </a:fillRef>
          <a:effectRef idx="1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V</a:t>
            </a:r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ADC360BF-A73B-79C5-FD4B-DA42FA94501A}"/>
              </a:ext>
            </a:extLst>
          </p:cNvPr>
          <p:cNvSpPr/>
          <p:nvPr/>
        </p:nvSpPr>
        <p:spPr>
          <a:xfrm>
            <a:off x="7019923" y="3515798"/>
            <a:ext cx="142875" cy="142875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dk1"/>
          </a:fillRef>
          <a:effectRef idx="1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V</a:t>
            </a:r>
          </a:p>
        </p:txBody>
      </p:sp>
    </p:spTree>
    <p:extLst>
      <p:ext uri="{BB962C8B-B14F-4D97-AF65-F5344CB8AC3E}">
        <p14:creationId xmlns:p14="http://schemas.microsoft.com/office/powerpoint/2010/main" val="4228466078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Slate">
  <a:themeElements>
    <a:clrScheme name="Slate">
      <a:dk1>
        <a:sysClr val="windowText" lastClr="000000"/>
      </a:dk1>
      <a:lt1>
        <a:sysClr val="window" lastClr="FFFFFF"/>
      </a:lt1>
      <a:dk2>
        <a:srgbClr val="212123"/>
      </a:dk2>
      <a:lt2>
        <a:srgbClr val="DADADA"/>
      </a:lt2>
      <a:accent1>
        <a:srgbClr val="BC451B"/>
      </a:accent1>
      <a:accent2>
        <a:srgbClr val="D3BA68"/>
      </a:accent2>
      <a:accent3>
        <a:srgbClr val="BB8640"/>
      </a:accent3>
      <a:accent4>
        <a:srgbClr val="AD9277"/>
      </a:accent4>
      <a:accent5>
        <a:srgbClr val="A55A43"/>
      </a:accent5>
      <a:accent6>
        <a:srgbClr val="AD9D7B"/>
      </a:accent6>
      <a:hlink>
        <a:srgbClr val="E98052"/>
      </a:hlink>
      <a:folHlink>
        <a:srgbClr val="F4B69B"/>
      </a:folHlink>
    </a:clrScheme>
    <a:fontScheme name="Slate">
      <a:majorFont>
        <a:latin typeface="Calisto MT" panose="02040603050505030304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Calisto MT" panose="02040603050505030304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late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0000"/>
                <a:lumMod val="90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63500" dist="25400" dir="5400000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76200" dist="38100" dir="5400000" rotWithShape="0">
              <a:srgbClr val="000000">
                <a:alpha val="7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 prst="hardEdge"/>
          </a:sp3d>
        </a:effectStyle>
      </a:effectStyleLst>
      <a:bgFillStyleLst>
        <a:solidFill>
          <a:schemeClr val="phClr"/>
        </a:solidFill>
        <a:solidFill>
          <a:schemeClr val="phClr"/>
        </a:solidFill>
        <a:blipFill rotWithShape="1">
          <a:blip xmlns:r="http://schemas.openxmlformats.org/officeDocument/2006/relationships" r:embed="rId1">
            <a:duotone>
              <a:schemeClr val="phClr">
                <a:shade val="80000"/>
                <a:lumMod val="80000"/>
              </a:schemeClr>
              <a:schemeClr val="phClr">
                <a:tint val="98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late" id="{C3F70B94-7CE9-428E-ADC1-3269CC2C3385}" vid="{3F2DE9A5-64E6-437C-A389-CC4477E817E8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TM04033929[[fn=Slate]]</Template>
  <TotalTime>54</TotalTime>
  <Words>63</Words>
  <Application>Microsoft Office PowerPoint</Application>
  <PresentationFormat>Widescreen</PresentationFormat>
  <Paragraphs>29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Calisto MT</vt:lpstr>
      <vt:lpstr>Wingdings 2</vt:lpstr>
      <vt:lpstr>Slate</vt:lpstr>
      <vt:lpstr>Matchup layout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Bruno Mfuh</dc:creator>
  <cp:lastModifiedBy>Bruno Mfuh</cp:lastModifiedBy>
  <cp:revision>1</cp:revision>
  <dcterms:created xsi:type="dcterms:W3CDTF">2025-01-12T19:47:17Z</dcterms:created>
  <dcterms:modified xsi:type="dcterms:W3CDTF">2025-01-12T20:42:09Z</dcterms:modified>
</cp:coreProperties>
</file>